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84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Ražošanas uzskaites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prognozes sistēma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154680"/>
            <a:ext cx="3657600" cy="3657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Programmēšana II  ·  Projekta prezentācija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lv-LV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 Ģipters </a:t>
            </a: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lv-LV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</a:t>
            </a: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Problēma un mērķis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Problēma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Amatnieki un mazās darbnīcas nevar precīzi plānot, cik ilgs laiks nepieciešams pasūtījuma izpildei.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tiek rakstīti uz papīra vai netiek glabāti vispār.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Rezultāts — kļūdaini termiņi un neapmierināti klienti.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Risinājums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Tīmekļa aplikācija, kas: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reģistrē ražošanas sesiju datus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saglabā visu datubāzē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aprēķina prognozi no vēstures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darbojas jebkurā pārlūkā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0" cy="3200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Izmantotās tehnoloģijas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EEF3F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645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972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" y="14630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Galvenā programmēšanas valoda. Vienkārša sintakse, piemērota mācību projektiem.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EEF3F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0972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01184" y="14630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Tīmekļa serveris. Nodrošina saziņu starp HTML lapu un datubāzi (REST API).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3931920" cy="1645920"/>
          </a:xfrm>
          <a:prstGeom prst="rect">
            <a:avLst/>
          </a:prstGeom>
          <a:solidFill>
            <a:srgbClr val="EEF3F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1645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3017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" y="33832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Datubāze. Visi dati tiek glabāti vienā failā, nav nepieciešama instalācija.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EEF3F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3017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33832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Lietotāja saskarne pārlūkprogrammā. 4 skati: Ievade, Vēsture, Prognoze, Darbi.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Datubāze — divas saistītas tabulas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0040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(primārā atslēga)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200400" cy="502920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nosaukums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200400" cy="502920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9689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apraksts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2606040"/>
            <a:ext cx="182880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Vienam darba veidam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būt daudz ierakstu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IERAKSTI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3200400" cy="420624"/>
          </a:xfrm>
          <a:prstGeom prst="rect">
            <a:avLst/>
          </a:prstGeom>
          <a:solidFill>
            <a:srgbClr val="DCE6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46304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(primārā atslēga)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938528"/>
            <a:ext cx="3200400" cy="420624"/>
          </a:xfrm>
          <a:prstGeom prst="rect">
            <a:avLst/>
          </a:prstGeom>
          <a:solidFill>
            <a:srgbClr val="DCE6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9385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darbs_id  (ārējā atslēga)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2414016"/>
            <a:ext cx="320040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41401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nepieciesams_skaits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889504"/>
            <a:ext cx="320040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88950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gatavs_skaits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3364992"/>
            <a:ext cx="320040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36499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laiks_stundas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3840480"/>
            <a:ext cx="320040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38404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Programmas funkcionalitāte — 4 skati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Ievade  —  Ievada darba veidu, nepieciešamo skaitu, gatavo skaitu un pavadīto laiku stundās.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Vēsture  —  Skatīt visus iepriekšējos ierakstus. Filtrēt pēc darba veida. Redzams izpildes %.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10896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Prognoze  —  Ievada vēlamo produktu skaitu → sistēma aprēķina prognozēto laiku no vēstures.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75888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11480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Darbi  —  Pārvalda darbu veidus (piemēram, 'koka kastes', 'metāla detaļas').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 darbojas prognoze?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Iegūst datus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624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datubāzes tiek iegūti visi ieraksti izvēlētajam darbam.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Aprēķina ātrumu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Katrai sesijai: ātrums = gatavo_skaits ÷ laiks_stundas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Vidējais ātrums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vidējais = (ātrums₁ + ātrums₂ + ...) ÷ sesiju_skaits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04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428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prognozētais_laiks = vajadzīgais_skaits ÷ vidējais_ātrums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Minimālo prasību izpilde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79576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607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Datubāze ar vismaz 2 saistītām tabulām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Tabulas DARBI un IERAKSTI, saistītas ar ārējo atslēgu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39696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02082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Ārējas bibliotēkas /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6829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tīmekļa serveris; sqlite3 — datubāze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99816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8094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Vismaz viena datu struktūra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32841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atrumu_saraksts — Python saraksts prognozes aprēķinam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EEF3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59936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4106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Vismaz 2 lietotāja lomas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28853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Darbu pārvaldnieks  /  Ierakstu ievadītājs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Paldies par uzmanību!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2606040"/>
            <a:ext cx="3657600" cy="3657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Jautājumi?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https://github.com/LVError404</a:t>
            </a:r>
            <a:r>
              <a:rPr lang="lv-LV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razosanas-uzskaite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395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Ivis MKclan</cp:lastModifiedBy>
  <cp:revision>2</cp:revision>
  <dcterms:created xsi:type="dcterms:W3CDTF">2026-03-16T18:02:41Z</dcterms:created>
  <dcterms:modified xsi:type="dcterms:W3CDTF">2026-03-16T18:08:12Z</dcterms:modified>
</cp:coreProperties>
</file>